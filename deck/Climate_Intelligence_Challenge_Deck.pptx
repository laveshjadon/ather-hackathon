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Forecasting Dangerous Heat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EC9FF"/>
                </a:solidFill>
                <a:latin typeface="Calibri"/>
              </a:rPr>
              <a:t>10-Day Wet-Bulb Temperature Forecasting for Uttar Pradesh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6BB6A"/>
                </a:solidFill>
                <a:latin typeface="Calibri"/>
              </a:rPr>
              <a:t>Live demo: ather-hackathon.streamlit.app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IIIT Lucknow Climate Intelligence Challenge 2026  ·  Aether AI/ML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Calibri"/>
              </a:rPr>
              <a:t>The Problem: Heat Is Not Just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05840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Uttar Pradesh: 240M+ people, warming faster than almost any region on Earth.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Wet-Bulb Temperature (WBT) = temperature + humidity → the body's real cooling limit.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Above 32°C WBT: outdoor activity should stop.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Above 35°C WBT: unsurvivable beyond ~6 hours, even in shade, at rest.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Current forecasting systems degrade sharply beyond 2–3 days for heat-humidity variables.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Goal: push accurate WBT forecasting out to a 10-day horizon.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828800"/>
            <a:ext cx="43891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&lt; 28°C   —  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788920"/>
            <a:ext cx="4389120" cy="8229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28–32°C   —   Caution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3749039"/>
            <a:ext cx="438912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32–35°C   —   Danger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4709159"/>
            <a:ext cx="438912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&gt; 35°C   —   Fatal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5C0"/>
                </a:solidFill>
                <a:latin typeface="Calibri"/>
              </a:rPr>
              <a:t>NASA POWER daily meteorological reanalysis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05840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31 years of training data (1984–2014) across 125 districts of UP &amp; neighboring regions.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Test period 2015–2025 (dates masked as day_index); context.csv seeds the first 30-day lag window per district.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Features: T2M/T2M_MAX/T2M_MIN, RH2M, QV2M, soil temp/moisture, solar radiation (all-sky &amp; clear-sky), cloud amount, wind speed/direction, surface pressure, precipitation, evapotranspiration.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WBT precomputed for the training period via the Stull (2011) approximation.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Districts anonymized to relative coordinates (rel_lat, rel_lon) — no district names in the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5C0"/>
                </a:solidFill>
                <a:latin typeface="Calibri"/>
              </a:rPr>
              <a:t>Why same-day scoring beats recursive forecasting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05840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Key insight: the test period's meteorological drivers are known NASA reanalysis values, not forecasts — so we don't need to recursively predict future weather to predict future WBT.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A LightGBM regressor learns WBT directly from same-day features + engineered lag/rolling statistics (1/3/7-day lags, 7-day rolling mean &amp; std, day-over-day deltas), computed per district.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The 10-day-ahead forecast for any day is simply the model's own same-day predictions on the following 10 days — this avoids compounding recursive-forecast error entirely.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737360" cy="13716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context.csv + train.csv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572000"/>
            <a:ext cx="1737360" cy="13716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Feature engineering
(lags, rolling stats,
psychrometric features)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572000"/>
            <a:ext cx="1737360" cy="13716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LightGBM
(same-day WBT)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572000"/>
            <a:ext cx="1737360" cy="13716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Shift predictions
→ 10-day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4572000"/>
            <a:ext cx="1737360" cy="13716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submission.csv /
live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Calibri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5C0"/>
                </a:solidFill>
                <a:latin typeface="Calibri"/>
              </a:rPr>
              <a:t>Validation results (held-out 15% time split)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05840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565C0"/>
                </a:solidFill>
              </a:rPr>
              <a:t>0.089°C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10-day Weighted RMSE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E7D32"/>
                </a:solidFill>
              </a:rPr>
              <a:t>0.120°C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Same-day RMSE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F6C00"/>
                </a:solidFill>
              </a:rPr>
              <a:t>112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Engineered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Per-day validation RMSE (weights decay 1.0 → 0.1, Day 1 → Day 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9671"/>
            <a:ext cx="822960" cy="2009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535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659059"/>
            <a:ext cx="822960" cy="20102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47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658604"/>
            <a:ext cx="822960" cy="2010675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842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658431"/>
            <a:ext cx="822960" cy="20108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384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658586"/>
            <a:ext cx="822960" cy="2010693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38426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658677"/>
            <a:ext cx="822960" cy="201060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38435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658425"/>
            <a:ext cx="822960" cy="201085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38410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658378"/>
            <a:ext cx="822960" cy="2010901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38405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3658076"/>
            <a:ext cx="822960" cy="2011203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383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3657599"/>
            <a:ext cx="822960" cy="201167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2A"/>
                </a:solidFill>
                <a:latin typeface="Calibri"/>
              </a:rPr>
              <a:t>D10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3832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0.12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Calibri"/>
              </a:rPr>
              <a:t>Live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5C0"/>
                </a:solidFill>
                <a:latin typeface="Calibri"/>
              </a:rPr>
              <a:t>Streamlit dashboard — interactive district risk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05840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Region-wide risk map: all 125 districts, color-coded Safe/Caution/Danger/Fatal, scrub any day 2015–2025.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Per-district drill-down: full 10-day WBT trajectory with danger-band overlay + peak/day-1/day-10 metrics.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Model performance panel: live WRMSE, per-horizon RMSE, and feature-importance charts.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Deployed on Streamlit Community Cloud directly from GitHub — no infra to manage.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Live link: https://ather-hackathon.streamlit.app/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GitHub: https://github.com/Laveshjadon/ATHER-HACKATHON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Calibri"/>
              </a:rPr>
              <a:t>Real-World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058400" cy="317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A 10-day heat-risk horizon gives district administrations, hospitals, and outdoor-labor employers real lead time instead of a 2-3 day window.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Region-wide map surfaces which districts are trending toward Danger/Fatal before it happens — usable for targeted heat-action-plan activation (water points, work-hour shifts, health advisories).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Built entirely on public NASA POWER data — reproducible for any region with the same feature set.</a:t>
            </a:r>
          </a:p>
          <a:p>
            <a:pPr>
              <a:spcAft>
                <a:spcPts val="1000"/>
              </a:spcAft>
              <a:defRPr sz="1600">
                <a:solidFill>
                  <a:srgbClr val="0D1B2A"/>
                </a:solidFill>
              </a:defRPr>
            </a:pPr>
            <a:r>
              <a:t>•  Extensible: swap in additional districts, add monsoon-onset features, or feed into a heat-action-plan alerting pipeline (SMS/WhatsApp advisories to vulnerable groups).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FE0FF"/>
                </a:solidFill>
              </a:defRPr>
            </a:pPr>
            <a:r>
              <a:t>•  Ensemble with the LSTM/CatBoost variants already explored (weather_tcn_lstm.py) for a small accuracy gain.</a:t>
            </a:r>
          </a:p>
          <a:p>
            <a:pPr>
              <a:spcAft>
                <a:spcPts val="1000"/>
              </a:spcAft>
              <a:defRPr sz="1600">
                <a:solidFill>
                  <a:srgbClr val="CFE0FF"/>
                </a:solidFill>
              </a:defRPr>
            </a:pPr>
            <a:r>
              <a:t>•  Add spatial neighbor-district features to capture regional heatwave propagation.</a:t>
            </a:r>
          </a:p>
          <a:p>
            <a:pPr>
              <a:spcAft>
                <a:spcPts val="1000"/>
              </a:spcAft>
              <a:defRPr sz="1600">
                <a:solidFill>
                  <a:srgbClr val="CFE0FF"/>
                </a:solidFill>
              </a:defRPr>
            </a:pPr>
            <a:r>
              <a:t>•  Wire the dashboard into an SMS/WhatsApp alerting pipeline for on-the-ground heat advisories.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Thank you — Aether, IIIT Lucknow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